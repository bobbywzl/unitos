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3.8</c:v>
                </c:pt>
                <c:pt idx="1">
                  <c:v>4.1</c:v>
                </c:pt>
                <c:pt idx="2">
                  <c:v>4.6</c:v>
                </c:pt>
                <c:pt idx="3">
                  <c:v>5.2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2.1</c:v>
                </c:pt>
                <c:pt idx="2">
                  <c:v>2.1</c:v>
                </c:pt>
                <c:pt idx="3">
                  <c:v>2.4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Regions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0.3</c:v>
                </c:pt>
                <c:pt idx="2">
                  <c:v>0.2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14</c:v>
                </c:pt>
                <c:pt idx="2">
                  <c:v>22</c:v>
                </c:pt>
                <c:pt idx="3">
                  <c:v>31</c:v>
                </c:pt>
                <c:pt idx="4">
                  <c:v>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Paying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9</c:v>
                </c:pt>
                <c:pt idx="3">
                  <c:v>15</c:v>
                </c:pt>
                <c:pt idx="4">
                  <c:v>24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Fit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2.5</c:v>
                </c:pt>
                <c:pt idx="1">
                  <c:v>4.0</c:v>
                </c:pt>
                <c:pt idx="2">
                  <c:v>5.5</c:v>
                </c:pt>
                <c:pt idx="3">
                  <c:v>7.0</c:v>
                </c:pt>
                <c:pt idx="4">
                  <c:v>8.5</c:v>
                </c:pt>
                <c:pt idx="5">
                  <c:v>10.0</c:v>
                </c:pt>
                <c:pt idx="6">
                  <c:v>11.5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14</c:v>
                </c:pt>
                <c:pt idx="2">
                  <c:v>22</c:v>
                </c:pt>
                <c:pt idx="3">
                  <c:v>31</c:v>
                </c:pt>
                <c:pt idx="4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Paying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9</c:v>
                </c:pt>
                <c:pt idx="3">
                  <c:v>15</c:v>
                </c:pt>
                <c:pt idx="4">
                  <c:v>24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r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486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0" y="1371600"/>
          <a:ext cx="5486400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0" y="3749039"/>
          <a:ext cx="5486400" cy="21945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Scatter and area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486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0" y="1371600"/>
          <a:ext cx="548640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